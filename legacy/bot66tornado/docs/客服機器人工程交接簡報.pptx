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9a83a2b59f4180" /><Relationship Type="http://schemas.openxmlformats.org/officeDocument/2006/relationships/extended-properties" Target="/docProps/app.xml" Id="R38e65d22af254ecc" /><Relationship Type="http://schemas.openxmlformats.org/officeDocument/2006/relationships/officeDocument" Target="/ppt/presentation.xml" Id="R80330d5508104d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5b1c71bb6f4f4a"/>
  </p:sldMasterIdLst>
  <p:notesMasterIdLst>
    <p:notesMasterId xmlns:r="http://schemas.openxmlformats.org/officeDocument/2006/relationships" r:id="R5a684755c95d4d5b"/>
  </p:notesMasterIdLst>
  <p:sldIdLst>
    <p:sldId xmlns:r="http://schemas.openxmlformats.org/officeDocument/2006/relationships" id="256" r:id="R385f147289ec4d77"/>
    <p:sldId xmlns:r="http://schemas.openxmlformats.org/officeDocument/2006/relationships" id="257" r:id="R2ca576d1c1164b84"/>
    <p:sldId xmlns:r="http://schemas.openxmlformats.org/officeDocument/2006/relationships" id="258" r:id="R479976169dba47fc"/>
    <p:sldId xmlns:r="http://schemas.openxmlformats.org/officeDocument/2006/relationships" id="259" r:id="R04377810e64b4af5"/>
    <p:sldId xmlns:r="http://schemas.openxmlformats.org/officeDocument/2006/relationships" id="260" r:id="Rdcfbbd5fe08649e0"/>
    <p:sldId xmlns:r="http://schemas.openxmlformats.org/officeDocument/2006/relationships" id="261" r:id="Re14d3648daa04c44"/>
    <p:sldId xmlns:r="http://schemas.openxmlformats.org/officeDocument/2006/relationships" id="262" r:id="Rf0657b54d27444a3"/>
    <p:sldId xmlns:r="http://schemas.openxmlformats.org/officeDocument/2006/relationships" id="263" r:id="R0ea63ccc0b144da0"/>
    <p:sldId xmlns:r="http://schemas.openxmlformats.org/officeDocument/2006/relationships" id="264" r:id="R8566b3ad12ec4398"/>
    <p:sldId xmlns:r="http://schemas.openxmlformats.org/officeDocument/2006/relationships" id="265" r:id="R4c5dc677fa3e4e57"/>
    <p:sldId xmlns:r="http://schemas.openxmlformats.org/officeDocument/2006/relationships" id="266" r:id="R20080a01486b489d"/>
    <p:sldId xmlns:r="http://schemas.openxmlformats.org/officeDocument/2006/relationships" id="267" r:id="Ra882e4cbf046462d"/>
    <p:sldId xmlns:r="http://schemas.openxmlformats.org/officeDocument/2006/relationships" id="268" r:id="Rb802ea8c164a45c7"/>
    <p:sldId xmlns:r="http://schemas.openxmlformats.org/officeDocument/2006/relationships" id="269" r:id="Rfaa60a21f96b49e1"/>
    <p:sldId xmlns:r="http://schemas.openxmlformats.org/officeDocument/2006/relationships" id="270" r:id="R18e95ae8a31e467e"/>
    <p:sldId xmlns:r="http://schemas.openxmlformats.org/officeDocument/2006/relationships" id="271" r:id="R8a4fa870a432486d"/>
    <p:sldId xmlns:r="http://schemas.openxmlformats.org/officeDocument/2006/relationships" id="272" r:id="R437612ca479c48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b93424baed4b7e" /><Relationship Type="http://schemas.openxmlformats.org/officeDocument/2006/relationships/slideMaster" Target="/ppt/slideMasters/slideMaster1.xml" Id="Rd35b1c71bb6f4f4a" /><Relationship Type="http://schemas.openxmlformats.org/officeDocument/2006/relationships/notesMaster" Target="/ppt/notesMasters/notesMaster1.xml" Id="R5a684755c95d4d5b" /><Relationship Type="http://schemas.openxmlformats.org/officeDocument/2006/relationships/presProps" Target="/ppt/presProps.xml" Id="R1818c9b5373d499d" /><Relationship Type="http://schemas.openxmlformats.org/officeDocument/2006/relationships/viewProps" Target="/ppt/viewProps.xml" Id="Rd0c7cadb671d4e1e" /><Relationship Type="http://schemas.openxmlformats.org/officeDocument/2006/relationships/tableStyles" Target="/ppt/tableStyles.xml" Id="R363d1efc49b44754" /><Relationship Type="http://schemas.openxmlformats.org/officeDocument/2006/relationships/slide" Target="/ppt/slides/slide1.xml" Id="R385f147289ec4d77" /><Relationship Type="http://schemas.openxmlformats.org/officeDocument/2006/relationships/slide" Target="/ppt/slides/slide2.xml" Id="R2ca576d1c1164b84" /><Relationship Type="http://schemas.openxmlformats.org/officeDocument/2006/relationships/slide" Target="/ppt/slides/slide3.xml" Id="R479976169dba47fc" /><Relationship Type="http://schemas.openxmlformats.org/officeDocument/2006/relationships/slide" Target="/ppt/slides/slide4.xml" Id="R04377810e64b4af5" /><Relationship Type="http://schemas.openxmlformats.org/officeDocument/2006/relationships/slide" Target="/ppt/slides/slide5.xml" Id="Rdcfbbd5fe08649e0" /><Relationship Type="http://schemas.openxmlformats.org/officeDocument/2006/relationships/slide" Target="/ppt/slides/slide6.xml" Id="Re14d3648daa04c44" /><Relationship Type="http://schemas.openxmlformats.org/officeDocument/2006/relationships/slide" Target="/ppt/slides/slide7.xml" Id="Rf0657b54d27444a3" /><Relationship Type="http://schemas.openxmlformats.org/officeDocument/2006/relationships/slide" Target="/ppt/slides/slide8.xml" Id="R0ea63ccc0b144da0" /><Relationship Type="http://schemas.openxmlformats.org/officeDocument/2006/relationships/slide" Target="/ppt/slides/slide9.xml" Id="R8566b3ad12ec4398" /><Relationship Type="http://schemas.openxmlformats.org/officeDocument/2006/relationships/slide" Target="/ppt/slides/slide10.xml" Id="R4c5dc677fa3e4e57" /><Relationship Type="http://schemas.openxmlformats.org/officeDocument/2006/relationships/slide" Target="/ppt/slides/slide11.xml" Id="R20080a01486b489d" /><Relationship Type="http://schemas.openxmlformats.org/officeDocument/2006/relationships/slide" Target="/ppt/slides/slide12.xml" Id="Ra882e4cbf046462d" /><Relationship Type="http://schemas.openxmlformats.org/officeDocument/2006/relationships/slide" Target="/ppt/slides/slide13.xml" Id="Rb802ea8c164a45c7" /><Relationship Type="http://schemas.openxmlformats.org/officeDocument/2006/relationships/slide" Target="/ppt/slides/slide14.xml" Id="Rfaa60a21f96b49e1" /><Relationship Type="http://schemas.openxmlformats.org/officeDocument/2006/relationships/slide" Target="/ppt/slides/slide15.xml" Id="R18e95ae8a31e467e" /><Relationship Type="http://schemas.openxmlformats.org/officeDocument/2006/relationships/slide" Target="/ppt/slides/slide16.xml" Id="R8a4fa870a432486d" /><Relationship Type="http://schemas.openxmlformats.org/officeDocument/2006/relationships/slide" Target="/ppt/slides/slide17.xml" Id="R437612ca479c48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b5d15dfc646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958dc84524962" /><Relationship Type="http://schemas.openxmlformats.org/officeDocument/2006/relationships/notesMaster" Target="/ppt/notesMasters/notesMaster1.xml" Id="Re07db1f3762441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bb7a068e2f4bca" /><Relationship Type="http://schemas.openxmlformats.org/officeDocument/2006/relationships/notesMaster" Target="/ppt/notesMasters/notesMaster1.xml" Id="R5677f56a784542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07bfc8f80c46fb" /><Relationship Type="http://schemas.openxmlformats.org/officeDocument/2006/relationships/notesMaster" Target="/ppt/notesMasters/notesMaster1.xml" Id="Rae972a6c21b944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64637b0b7d4962" /><Relationship Type="http://schemas.openxmlformats.org/officeDocument/2006/relationships/notesMaster" Target="/ppt/notesMasters/notesMaster1.xml" Id="R056ba664d6874d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c5fc2542054a35" /><Relationship Type="http://schemas.openxmlformats.org/officeDocument/2006/relationships/notesMaster" Target="/ppt/notesMasters/notesMaster1.xml" Id="R6dd40245fc4d46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c01ff3acb04e2a" /><Relationship Type="http://schemas.openxmlformats.org/officeDocument/2006/relationships/notesMaster" Target="/ppt/notesMasters/notesMaster1.xml" Id="R7386f64e0fef4d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21bbd3d0ac47a4" /><Relationship Type="http://schemas.openxmlformats.org/officeDocument/2006/relationships/notesMaster" Target="/ppt/notesMasters/notesMaster1.xml" Id="R9f724d6d9bbf4c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51f0abb72345f4" /><Relationship Type="http://schemas.openxmlformats.org/officeDocument/2006/relationships/notesMaster" Target="/ppt/notesMasters/notesMaster1.xml" Id="R93c7070be6544e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232d24835b4ee4" /><Relationship Type="http://schemas.openxmlformats.org/officeDocument/2006/relationships/notesMaster" Target="/ppt/notesMasters/notesMaster1.xml" Id="Re25807b2ab9f4a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4a508c076e4227" /><Relationship Type="http://schemas.openxmlformats.org/officeDocument/2006/relationships/notesMaster" Target="/ppt/notesMasters/notesMaster1.xml" Id="Re83cc75497db42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ef523216654e23" /><Relationship Type="http://schemas.openxmlformats.org/officeDocument/2006/relationships/notesMaster" Target="/ppt/notesMasters/notesMaster1.xml" Id="R4a46f03dc44541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44dfece01f410e" /><Relationship Type="http://schemas.openxmlformats.org/officeDocument/2006/relationships/notesMaster" Target="/ppt/notesMasters/notesMaster1.xml" Id="R6887cdd2efab4d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fac78d412b4331" /><Relationship Type="http://schemas.openxmlformats.org/officeDocument/2006/relationships/notesMaster" Target="/ppt/notesMasters/notesMaster1.xml" Id="R34e7c81056444a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51cafd25ce49fa" /><Relationship Type="http://schemas.openxmlformats.org/officeDocument/2006/relationships/notesMaster" Target="/ppt/notesMasters/notesMaster1.xml" Id="R8c445bd2528447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37ddebee7f4dfb" /><Relationship Type="http://schemas.openxmlformats.org/officeDocument/2006/relationships/notesMaster" Target="/ppt/notesMasters/notesMaster1.xml" Id="Rca6e3b79b3da44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7dba98835042a4" /><Relationship Type="http://schemas.openxmlformats.org/officeDocument/2006/relationships/notesMaster" Target="/ppt/notesMasters/notesMaster1.xml" Id="Ra768472c438a45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aed945c73e4733" /><Relationship Type="http://schemas.openxmlformats.org/officeDocument/2006/relationships/notesMaster" Target="/ppt/notesMasters/notesMaster1.xml" Id="R6f34f6d436fd40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e5fa1e88348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081ef0294f419d" /><Relationship Type="http://schemas.openxmlformats.org/officeDocument/2006/relationships/slideLayout" Target="/ppt/slideLayouts/slideLayout1.xml" Id="R7dd73ebdee8546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d73ebdee8546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32ed9bf324349" /><Relationship Type="http://schemas.openxmlformats.org/officeDocument/2006/relationships/notesSlide" Target="/ppt/notesSlides/notesSlide1.xml" Id="R8e026aa0750147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925bd0030446e" /><Relationship Type="http://schemas.openxmlformats.org/officeDocument/2006/relationships/notesSlide" Target="/ppt/notesSlides/notesSlide2.xml" Id="Re9e0e9c11dc34b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d5d8b40044153" /><Relationship Type="http://schemas.openxmlformats.org/officeDocument/2006/relationships/notesSlide" Target="/ppt/notesSlides/notesSlide3.xml" Id="R651ec88fa6ab4e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6716661304b5d" /><Relationship Type="http://schemas.openxmlformats.org/officeDocument/2006/relationships/notesSlide" Target="/ppt/notesSlides/notesSlide4.xml" Id="R1c362d25d8f146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8431bebfd4988" /><Relationship Type="http://schemas.openxmlformats.org/officeDocument/2006/relationships/notesSlide" Target="/ppt/notesSlides/notesSlide5.xml" Id="Reeb44e4ec7eb4c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e129e8c7c4384" /><Relationship Type="http://schemas.openxmlformats.org/officeDocument/2006/relationships/notesSlide" Target="/ppt/notesSlides/notesSlide6.xml" Id="R696d1a7475a544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49e075e2248ec" /><Relationship Type="http://schemas.openxmlformats.org/officeDocument/2006/relationships/notesSlide" Target="/ppt/notesSlides/notesSlide7.xml" Id="R37d0a20129cc44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4cd44cce445dc" /><Relationship Type="http://schemas.openxmlformats.org/officeDocument/2006/relationships/notesSlide" Target="/ppt/notesSlides/notesSlide8.xml" Id="R5dc5238fd7264f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70db4d4d349eb" /><Relationship Type="http://schemas.openxmlformats.org/officeDocument/2006/relationships/notesSlide" Target="/ppt/notesSlides/notesSlide9.xml" Id="Rf5a74093a77048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0564097ee4cad" /><Relationship Type="http://schemas.openxmlformats.org/officeDocument/2006/relationships/notesSlide" Target="/ppt/notesSlides/notesSlide10.xml" Id="R112c00617cfc4d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04d4b02384282" /><Relationship Type="http://schemas.openxmlformats.org/officeDocument/2006/relationships/notesSlide" Target="/ppt/notesSlides/notesSlide11.xml" Id="R72c0eaeda5bf49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fc21cd00a4e87" /><Relationship Type="http://schemas.openxmlformats.org/officeDocument/2006/relationships/notesSlide" Target="/ppt/notesSlides/notesSlide12.xml" Id="R7e559b9f7d7640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cfffad3d349b3" /><Relationship Type="http://schemas.openxmlformats.org/officeDocument/2006/relationships/notesSlide" Target="/ppt/notesSlides/notesSlide13.xml" Id="R343aa5162efb48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e7e4152ef4509" /><Relationship Type="http://schemas.openxmlformats.org/officeDocument/2006/relationships/notesSlide" Target="/ppt/notesSlides/notesSlide14.xml" Id="R51cabd0c2c1543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ce03dc3d943d0" /><Relationship Type="http://schemas.openxmlformats.org/officeDocument/2006/relationships/notesSlide" Target="/ppt/notesSlides/notesSlide15.xml" Id="Rd45dd712e24d4a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35f2f465a4f44" /><Relationship Type="http://schemas.openxmlformats.org/officeDocument/2006/relationships/notesSlide" Target="/ppt/notesSlides/notesSlide16.xml" Id="R6aefe051efa248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a8b7ff84e4c37" /><Relationship Type="http://schemas.openxmlformats.org/officeDocument/2006/relationships/notesSlide" Target="/ppt/notesSlides/notesSlide17.xml" Id="R4c3e3b9aece94e3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A02475-4402-4480-B502-9FB43823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5F8A5-B014-4C5C-B2D8-EDA51C91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CUSTOMER SERVICE BOT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80974-B67B-47DC-A73E-E4B644E9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客服機器人交接簡報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A7D21-DC60-4724-BD8E-5088FE99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目前進度、最終目標、後續需求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B7B5A-57C4-4A44-AA69-5C34367A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63EA1-AD7D-45DB-BD95-42F59B1E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 目前做到哪裡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63F7D-7083-4B96-B263-0F6F5151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43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670CA-1189-49C3-A1B9-FFAAED3B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 理想要到哪裡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3FAB1-11C6-4E86-A48E-3B2483C6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3685C-E946-4A2A-9492-A1AB7960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 接下來要做什麼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8EE02-7D96-4663-803E-E3D947A3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CD2EA-E4A1-492C-BFCE-D9DA9401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838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給完全沒看過專案的工程團隊：先理解現況，再接續把模板化流程升級成受客服手冊約束的 LLM 智能客服。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22CE1-FAFC-45BD-B32C-54E3AF6D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CD30B-3D46-4512-A999-FDC8EDF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0DD42-B23E-4385-95C3-4BB4E29E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08576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65E7E-9B63-48E2-8CA8-0CDAC75E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8F3B8-E0F8-4FB6-996E-060212CE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rPr>
              <a:t>CURRENT MAINLINE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6C51F-7189-41A7-9802-B810DB44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先確認：哪一份才是接手主線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A06CF-2A40-4234-9FEF-50F1E80C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06FD6-3A73-429F-8300-3AAECD48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0CCC9-AA68-4E23-8E96-86C5C711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58D25-CAB0-4139-92BB-C3F6BB21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32833-87FC-4AED-897A-D523DD54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1741B-98BC-418C-87A2-1CA58A2E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bot66tornado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081D0-D124-4C77-916F-D2C59E61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2743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目前交接主線。乾淨版窄路徑架構，包含 LiveChat、Telegram、後台查詢、測試與啟停工具。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2EEE6-EA68-492F-810C-ABEBCDE6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35569-5B17-4295-98F6-C7D8582F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AE85C-0893-40DA-8A00-0620B9BD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717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workspace-autoreply-clean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19C4B-D3B7-4919-8093-AD118090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95550"/>
            <a:ext cx="2743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上一代來源/舊版。許多文案、SOP、圖片與歷史邏輯從這裡整理過來。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77CCD-BBFE-4E8A-AAF0-416444FA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B22DF-AC48-4584-AD34-943E0F56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B6753-03A0-444D-B257-F632446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workspace-autoreply-rag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E4609-F6BF-4469-9A51-30601EDC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2743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RAG / LLM 實驗方向。可參考，但不應直接當作目前正式主線。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27D30-4197-4AEC-8E8B-0D7CCE1B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接手第一件事：確認正式環境實際跑哪個資料夾、哪個 process、哪個 .env。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E1D1B-C337-4DF6-B0D4-B9CDFD9B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990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5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4B555D"/>
                </a:solidFill>
                <a:latin typeface="PingFang TC"/>
                <a:ea typeface="PingFang TC"/>
                <a:cs typeface="PingFang TC"/>
              </a:rPr>
              <a:t>目前檢查到根目錄版本管理與 official pid 狀態仍需要工程團隊重新確認。</a:t>
            </a:r>
          </a:p>
        </p:txBody>
      </p:sp>
    </p:spTree>
    <p:extLst>
      <p:ext uri="{BB962C8B-B14F-4D97-AF65-F5344CB8AC3E}">
        <p14:creationId xmlns:p14="http://schemas.microsoft.com/office/powerpoint/2010/main" val="4327724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C01B9A-97B5-47D9-BB8F-5378A6EE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6DD92-5F34-4D90-8816-D8A58D2B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CURRENT 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16ED7-2427-4316-A1DE-36CEEEA4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目前是安全流程底座，不是最終 LLM 客服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96F11-2B5D-4F31-BD31-A7371C59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45B8A-320F-444D-8A26-7EEE6224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2DCE2-31D0-468E-A9D0-CFC1533D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0DD22-2CCE-4CF5-98CA-963BF413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DAAB1-A251-4307-BB5E-7D3068B4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78F6A-A514-45AF-8DB3-823DD69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目前已做到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9AE6E-13EF-4A38-8DF2-40036B7C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2838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能處理固定高頻問題，收資料、送 TG、查後台、轉真人，且避免亂講金流結果。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7EB74-A415-41C2-8905-2DF4AEC2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EA91D-7953-40DC-9467-099C69B9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E098B-2DAE-4C29-97D3-F8F7B3B5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目前做法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C2885-18DF-4093-808E-15DF7DBB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90800"/>
            <a:ext cx="2838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狀態機 + 固定流程 + 安全規則 + 少量 LLM 潤飾後台回覆。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564FC-C2B3-42B8-8A2D-185A8E70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60F75-86DD-4B4F-A090-0DD3F597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6B4CE-6101-4D98-A469-A9E86E9E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目前還不是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427A6-5BC7-473F-9150-D7CEFE9B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2838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不是完全理解任意自由文字、能自然長對話的 LLM 型客服。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6467E-2924-4E5E-B152-A2D76778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核心原則：先可控，再變聰明。</a:t>
            </a:r>
          </a:p>
        </p:txBody>
      </p:sp>
    </p:spTree>
    <p:extLst>
      <p:ext uri="{BB962C8B-B14F-4D97-AF65-F5344CB8AC3E}">
        <p14:creationId xmlns:p14="http://schemas.microsoft.com/office/powerpoint/2010/main" val="9443558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62A0DE-A6F9-4677-B566-C50D514E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E57AC-F468-4940-9A21-6CBF6404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403AC-8003-4834-829C-9061D2D8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每一則客戶訊息都被轉成受控下一步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2A1C3-5091-4ACB-B383-8459CF21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54666-A039-4533-AC6F-E0BCE210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97604-32C1-4E05-8308-90FC89E2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963BC-27CF-464B-B9E2-CD8DA3A1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6A5F3-B2ED-42A6-9199-FAA7E391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LiveChat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客戶訊息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17462-5B30-47EF-9E7D-B96E8F42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8605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B8B8F-5F42-42BF-A20F-F8D9AAB9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14600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EF87B-350B-45FB-9398-54F8FB75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Bot 讀取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01BF6-8B8F-4675-A088-E52C1C5E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8605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8FADE-ACA2-43C3-B359-84094EC6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14600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DEEC7-C6F1-437B-B892-A2A03B7F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State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Machine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9FA59-41B7-41EB-9491-187185E1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8605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95F3C-56B3-424C-A15B-01E08385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EC42A-57D8-45BA-828D-485ED430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Command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Runner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FE8B7-85E3-483C-855B-7D44710A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8605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64A39-105C-4B7B-9A0E-7223023A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089FF-9676-4F77-B81D-E23FB53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LiveChat/TG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後台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E4055-C01B-4F8C-8375-B4AF278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8605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439F0-E772-4790-A7F4-98444DA7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14600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C309E-2874-4BE8-8736-B0C0502F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289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Runtime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3E028-02FC-472D-888E-594E6F04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State machine 決定「下一步應該做什麼」；CommandRunner 才真正執行回覆、送案、查詢、轉接。</a:t>
            </a:r>
          </a:p>
        </p:txBody>
      </p:sp>
    </p:spTree>
    <p:extLst>
      <p:ext uri="{BB962C8B-B14F-4D97-AF65-F5344CB8AC3E}">
        <p14:creationId xmlns:p14="http://schemas.microsoft.com/office/powerpoint/2010/main" val="8880194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EF58B-453E-4C43-BEF8-73AD4BD4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02680-C9BC-474F-9DA9-03975D50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FUNCTION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95FD4-9CD3-4033-9401-E3D67E26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目前已覆蓋主要高頻客服路徑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A0F0D-C55B-4027-912C-CF0B4288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606A8-95D7-4B7F-99CC-8FC195D9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36AEF-6337-4E79-BFE8-A70BCB1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579F2-72AD-43A9-8CCC-5D869654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91AC7-A410-4C44-8844-89BD3C63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FB497-CC17-417D-83AE-2EA9FF02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240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存款未到帳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38E71-DD72-4B02-857C-CE28E8D3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6B412-966D-4466-940A-9A17AB09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DE411-3DC2-4D0B-9AA0-A6F320F4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240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提款未收到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BD8B0-CC09-4718-A568-CF93BEF4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652A8-A2BC-425E-9258-3A615E20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F3BA0-A924-4C55-A6E9-6CE9E19F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無法提款 / 流水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14E85-A59E-450D-9787-4165E303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90806-DA4F-4063-AA54-59B5DA8F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D202A-E37B-4181-8E8D-B3EAD5B0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忘記密碼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68500-C80E-4D4E-B51F-1562150E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B2AF3-3235-4B95-83B4-E28F321B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78F20-4EF7-4FC3-8812-2C0C1D0A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如何充值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5096B-B76C-43CB-A564-F408A840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90ACC-60A9-4F05-9720-759F44E3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336D44-F926-495A-8361-EB692DE3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如何提款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2A6E0-400F-4CBB-B652-06F48EC6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555883-CC5F-4BC8-92FB-91984C07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9CBBE1-0D97-4BE8-A757-EE78A864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243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上一筆案件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8C8D6-EB56-441B-88F7-5F60B5A0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5287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0B777-62FC-4706-B9D4-5B6E6B69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5287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267FF3-FB31-4630-B405-2AD2F4D7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243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轉真人客服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DD8A42-59F8-447E-9BBF-6761F09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5287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864E72-C315-43F1-8921-EC75C045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5287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6CA9AE-ECBF-4D46-BDAA-40B0A53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243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TG 後台回覆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CBEABB-927A-4F2E-8E58-211F0DE2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這些流程目前以規則和狀態機控制，LLM 只被限制在回覆潤飾等低風險位置。</a:t>
            </a:r>
          </a:p>
        </p:txBody>
      </p:sp>
    </p:spTree>
    <p:extLst>
      <p:ext uri="{BB962C8B-B14F-4D97-AF65-F5344CB8AC3E}">
        <p14:creationId xmlns:p14="http://schemas.microsoft.com/office/powerpoint/2010/main" val="5591015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8A11E-4403-489B-85A1-A4226D0E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F7F35-50FE-43AE-A684-2F83BE3E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rPr>
              <a:t>DEPOSIT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FD2C0-B54E-47A1-ACA9-619920F8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存款未到帳：收齊資料才送 Telegram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44AEC-AC73-4837-8156-A12CAEF1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850E1-EAD0-46D2-B89E-EB9E1C14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AAF69-2867-4BEA-A8F1-6BCD246C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4F99D-27E3-4C56-9E4E-8CAB3BE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38EA9-F6C0-44E0-A970-13646758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客戶說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存款沒到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8541B-6E70-41F3-BAE5-6311BF46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38425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B9DF4-4171-4AA9-BE68-BC1D9BB5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A51E9-F4AE-4A55-A637-725B7255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90800"/>
            <a:ext cx="1581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收用戶名</a:t>
            </a:r>
          </a:p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或註冊電話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2A37B-C9A7-46AE-BCE7-359A194A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38425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1E35D-7824-40AB-B372-C111D79F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7B246-1211-4D9C-98DC-240C350D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9080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收付款</a:t>
            </a:r>
          </a:p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成功截圖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7FC46-FEF3-4F6D-A01F-36010415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38425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AB91B-1C1E-4378-8F9C-A2395CEF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F8835-B235-4B28-9A74-E7F8E1C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資料齊全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才送 TG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725A5-AEAB-414B-9546-1B364ABC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38425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15685-2A55-4167-AD23-C1D02D92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01A43-367F-4F5F-984A-A7D31533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90800"/>
            <a:ext cx="1200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等待後台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回覆客戶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AF59F-0FE2-412D-A7CF-19E5A7C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6E5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6E55"/>
                </a:solidFill>
                <a:latin typeface="PingFang TC"/>
                <a:ea typeface="PingFang TC"/>
                <a:cs typeface="PingFang TC"/>
              </a:rPr>
              <a:t>硬規則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6E1BC-7E64-4233-AF07-7E411E4E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590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只有帳號：不送 TG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1E7428-2699-4C81-B485-DF302E45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590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只有截圖：不送 TG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D0EBC-A8A8-4F84-AD25-29813321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590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帳號 + 截圖都有：才成立案件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552E9-1171-4A91-A0CB-24B70958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390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CD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17EF68-40A2-492C-82D5-344FBF29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815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客戶體感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AC7E8-795B-4EBC-8561-041FBC62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86300"/>
            <a:ext cx="3390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收到資料後，bot 會告知案件已登記、正在確認，並強調資金安全。</a:t>
            </a:r>
          </a:p>
        </p:txBody>
      </p:sp>
    </p:spTree>
    <p:extLst>
      <p:ext uri="{BB962C8B-B14F-4D97-AF65-F5344CB8AC3E}">
        <p14:creationId xmlns:p14="http://schemas.microsoft.com/office/powerpoint/2010/main" val="1174886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2010C1-6656-44D2-A216-CF821F62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77EED-513B-4D04-98B7-A4921199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WITHDRAWAL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89F55-0A66-4589-A5B4-7D8251C4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提款問題會先分辨：標準查件或風險轉真人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C931D-FA65-4AA3-A6CE-6D9025CC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401E4-06E9-40F4-BCA0-033C7A83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09FA9-D707-4368-9B60-6DD5DB88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0FF37-9AFB-4DE9-B582-E5CB9027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90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C8F46-18E9-41B3-B6D6-E1CC8F1A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E9F1B-1EE8-48AC-BFC6-DF6ED54C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標準提款未收到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5A26A-1856-4052-AD72-D1AB52B6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3505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用戶名/電話 + 提款申請截圖。</a:t>
            </a:r>
          </a:p>
          <a:p xmlns:a="http://schemas.openxmlformats.org/drawingml/2006/main">
            <a:pPr algn="l">
              <a:def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資料齊全後，才送 Telegram 後台確認。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BE4FB-FDE7-48F1-8704-FBEDF58D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390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CB076-B048-4C2B-9A11-881BEF61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4A1B3-1EE6-4DBB-9E4D-188FD8B1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2669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高風險提款問題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6B811-897E-4FAE-A818-70835BC2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90800"/>
            <a:ext cx="3505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帳戶顯示不符、Nequi/銀行資料異常、身份文件問題、提款通道異常。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ADD42-1CD0-472F-8F90-485D5FA0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95575"/>
            <a:ext cx="495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6E55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E66E5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70487-BE81-456F-9BC7-0F657086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527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6418E-B5C7-436E-9BDE-9AEA09F1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670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直接轉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真人客服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230EF-883A-4296-A396-64540DB4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原因：提款相關的帳戶、身份、通道問題不能讓 bot 自己猜。</a:t>
            </a:r>
          </a:p>
        </p:txBody>
      </p:sp>
    </p:spTree>
    <p:extLst>
      <p:ext uri="{BB962C8B-B14F-4D97-AF65-F5344CB8AC3E}">
        <p14:creationId xmlns:p14="http://schemas.microsoft.com/office/powerpoint/2010/main" val="1236791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1C5552-EE63-4849-9949-2E30B1FF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E6C50-4202-4C68-B672-5D5B4B5A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rPr>
              <a:t>ROLLOVER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EB1DC-35A7-4C2B-8085-48FEF85B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無法提款：先查後台流水，再決定是否轉真人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487B0-37DA-4B98-962F-7A139780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A1FDC-20C8-4C85-B80A-E84C632F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F8C9E-73EC-44BE-81F8-5F220A4C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65F4D-73AE-4691-A955-808FBF06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DE3A9-2EF0-4604-8F9F-1EBB4AA0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客戶說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不能提款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CCC1C-FCA6-4E16-97B9-AF4A49E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43175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5AA74-A7F2-49FF-AE58-EA517E8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B7377-D74E-43AA-8686-5B297BF9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95550"/>
            <a:ext cx="1581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要求用戶名</a:t>
            </a:r>
          </a:p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或註冊電話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ABAF0-CB87-4F05-B032-98CA9635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43175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043D2-AADF-4AAF-BA1E-4486D80B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3C031-BC95-4C40-B2AE-39C4939E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查後台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rollover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BFB97-6A09-4586-B0EF-84AD70ED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3175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39F62-3399-4640-BE4E-7F28BBC4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6EF10-6C76-4AB7-9BC9-8887E8BA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0980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仍有流水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回覆剩餘額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A24EB-C728-4F73-8336-852E6FA8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861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95BBF-96A8-4BD1-80C9-CFD309FD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0040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流水已達標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轉真人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2C9C8-1A38-4155-A349-84884026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這條流程不直接送 TG，因為後台 API 可以先給出可驗證資料。</a:t>
            </a:r>
          </a:p>
        </p:txBody>
      </p:sp>
    </p:spTree>
    <p:extLst>
      <p:ext uri="{BB962C8B-B14F-4D97-AF65-F5344CB8AC3E}">
        <p14:creationId xmlns:p14="http://schemas.microsoft.com/office/powerpoint/2010/main" val="16522717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3C796-B540-4EFE-9EAC-7C4EC2C9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6EC89-F979-48C4-916F-2EF618F7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TELEGRAM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58CF4-3B46-42F5-B556-DFFA1216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Telegram 是受控後台橋，不是開放轉發通道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66BD7-2AE8-4A44-B54C-769DC53A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FE312-8367-4566-8051-93DFD70F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AE92E-A980-4422-AA81-7352BA8C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96103-EE2B-4B3A-9E21-B94EB1F9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B99F0-655B-4DC2-B262-B7A47F80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38425"/>
            <a:ext cx="1295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Bot 送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TG 主卡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B7163-DE88-451F-8CD7-FCE65836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76525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72145-9AF7-410E-A71E-CE73616E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24125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5CF98-192A-41B5-AB1B-63D40175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38425"/>
            <a:ext cx="1485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後台必須</a:t>
            </a:r>
          </a:p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reply 主卡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DF7BB-3B82-4C2D-85E4-1C71096A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76525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E02CC-89B0-4CA3-9B53-A4B02B1F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24125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A838C-808C-4379-B33C-65A9E083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38425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Processor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潤飾/檢查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79D8E-9094-4701-8DED-8D8AA003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76525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187A9-19F1-4787-AA3C-D6902395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24125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901BB-D278-4AFE-9B8D-F530F290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38425"/>
            <a:ext cx="1485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回 LiveChat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客戶端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E0BB5-C655-4D4D-AD77-E3B43C6B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4815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D1B"/>
          </a:solidFill>
          <a:ln xmlns:a="http://schemas.openxmlformats.org/drawingml/2006/main" w="9525">
            <a:solidFill>
              <a:srgbClr val="E66E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8C740-D5E7-4802-BACF-4BB17CE1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57700"/>
            <a:ext cx="828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如果後台只是在 Telegram topic 裡直接發一般訊息，bot 不會轉給客戶。</a:t>
            </a:r>
          </a:p>
        </p:txBody>
      </p:sp>
    </p:spTree>
    <p:extLst>
      <p:ext uri="{BB962C8B-B14F-4D97-AF65-F5344CB8AC3E}">
        <p14:creationId xmlns:p14="http://schemas.microsoft.com/office/powerpoint/2010/main" val="5181965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E64CF9-1519-4A39-9574-664E2D97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3729B-A732-46EE-838C-92457CB5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rPr>
              <a:t>SAFETY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09D84-57B2-4191-ADD0-0C0A9ADA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安全邊界是產品核心，不是技術細節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2E936-FA42-44C9-B220-0AC3813F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AFA37-95FB-46CF-ACF5-B4B66914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A28E3-0BFD-4A03-B66D-3E06F5A5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E6299-CDF6-4B34-950B-E52809E2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28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A48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22A486"/>
                </a:solidFill>
                <a:latin typeface="PingFang TC"/>
                <a:ea typeface="PingFang TC"/>
                <a:cs typeface="PingFang TC"/>
              </a:rPr>
              <a:t>允許 bot 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FBC54-F008-49E9-B289-8E2A083E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6E55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E66E55"/>
                </a:solidFill>
                <a:latin typeface="PingFang TC"/>
                <a:ea typeface="PingFang TC"/>
                <a:cs typeface="PingFang TC"/>
              </a:rPr>
              <a:t>禁止 bot 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29A0A-DC68-49F0-AF0E-16C7EF5D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收資料、收截圖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8964D-16A6-42E4-8ABF-3B987CF8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查後台流水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CB0E0-8943-493A-83A3-840BEF9D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送 TG 主卡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A9C4B-36B3-466F-8517-F1A13CF4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追加補充資料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FDBEA-76A1-4DEC-B236-B9F48C92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整理後台回覆語氣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C138D-D686-47D6-997D-D2F22C24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自己判斷入帳成功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D151A-98E8-41CF-B46D-B56F11C0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自己承諾提款時間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FF620-F523-451D-885C-4D6E582B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創造金額/狀態/reference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02818-8F07-42F5-9E92-7C1453E8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未收齊資料就送案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AB4BC-C0BB-4017-89D7-7D9AA39B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• 轉發 TG 一般訊息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8771B-7321-4D36-8B87-E7EA1AD1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7FDE5-19AE-478B-B2E2-C48BBD4A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34000"/>
            <a:ext cx="942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事實由後台與真人提供；bot 負責流程、語氣與下一步。</a:t>
            </a:r>
          </a:p>
        </p:txBody>
      </p:sp>
    </p:spTree>
    <p:extLst>
      <p:ext uri="{BB962C8B-B14F-4D97-AF65-F5344CB8AC3E}">
        <p14:creationId xmlns:p14="http://schemas.microsoft.com/office/powerpoint/2010/main" val="18188628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F3DF1-3354-40C3-9311-7780931D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C5CBF-1772-448E-B275-E9177D54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CURRENT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A1DFF-093B-4C86-82D8-B79DB430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目前瓶頸不是功能沒有，而是還太模板化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D6034-4F70-49FB-87BF-64A22388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A1465-D010-4BB6-B4A9-799572E5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83E9F-7A1B-4037-AA5F-EAD08BFA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A985B-7F7E-4943-A544-474A74E5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D722B-6BB9-41A7-9204-CC3B67C4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848F4-94B0-407B-ABD2-CB3BFA13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6690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自由文字理解有限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3AAD8-B61A-411D-B08D-81377B10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90750"/>
            <a:ext cx="893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客戶講得生活化或模糊時，仍需要補規則。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B761B-9B4F-4126-A122-BB683F26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3D657-3738-4C12-A961-C9598E3C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47B81-759B-4A15-A551-99128AB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003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回覆仍有模板感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98351-2F9E-4C75-A4F4-F932FEA8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24200"/>
            <a:ext cx="893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語氣安全，但不夠像真人客服。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BB4A9-12F9-47B6-9E49-E9D0D6BB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E8DDD-512F-4E08-AD43-EC19DA4F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2D7A0-03E3-4C5E-8954-6F03234F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多輪上下文不足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4227E-6F75-4033-AAA6-61CD2252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893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容易只看目前 stage，不能完整理解長對話。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0587D-9AE4-43C9-8F1C-680A732F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1CCA2-35B9-49C8-A724-C4AD1E4C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9BFC1-E54C-4DC1-89C7-E21C0370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672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測試標準需重建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AF95E-95FD-44EC-9318-DF909676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893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部分 batch oracle 與最新規則不同步。</a:t>
            </a:r>
          </a:p>
        </p:txBody>
      </p:sp>
    </p:spTree>
    <p:extLst>
      <p:ext uri="{BB962C8B-B14F-4D97-AF65-F5344CB8AC3E}">
        <p14:creationId xmlns:p14="http://schemas.microsoft.com/office/powerpoint/2010/main" val="8401468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EBBF6C-626D-4CB0-8FF2-771D4A0C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A7B81-F0A3-4A5A-8F26-C8E6C531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TARGET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83F08-71E8-4BD8-AEA3-1D5C26EE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最終不是模板機器人，而是受手冊約束的 LLM 客服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87B74-6A4B-49A2-AFE1-13387F26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23F4F-C5EC-4D78-9FA7-4CFA7B41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6003C-B542-4D2F-8D30-DAA34D0D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F066E-6225-446E-B31D-9E2FE1F5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52FA3-F174-42C1-8DB2-C223D62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955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理解客戶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真正意思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4EA72-9812-41C5-A06A-CC4450CD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91D08-F55D-4B3E-9A83-3135B006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955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判斷下一步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要做什麼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DFD3D-8F0C-4655-9BFA-68E4B158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8CF4A-C66F-4F47-AD8B-0889272E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自然回覆</a:t>
            </a:r>
          </a:p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像真人客服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AB961-4314-4D96-B5C0-89CF6891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但所有回覆都不能違背客服手冊、金流事實與公司流程規則。</a:t>
            </a:r>
          </a:p>
        </p:txBody>
      </p:sp>
    </p:spTree>
    <p:extLst>
      <p:ext uri="{BB962C8B-B14F-4D97-AF65-F5344CB8AC3E}">
        <p14:creationId xmlns:p14="http://schemas.microsoft.com/office/powerpoint/2010/main" val="5962344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C14773-3C5E-4769-8F1D-5EA307F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D097E-5915-4CD7-9409-747BF812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GOVERNED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8FF11-CB48-44CF-BB4C-818749F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LLM 負責理解與表達；規則和工具負責事實與動作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A3EE6-3E4C-4B74-9055-3D80FDAF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03757-9E49-4B2C-9436-86DFE690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9C96A-AD6A-4A4E-BDAF-DFD347AB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C6ABC-A033-4099-9782-BEDB0B82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ADCFC-DE12-4EE5-86C3-28C2BBD3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客戶自由文字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13E30-C29E-4C1E-ADD0-D783CED8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43225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11958-B1C4-4761-AAA4-83E152B2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A0DFB-3304-4994-8561-7CCC280C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33675"/>
            <a:ext cx="1390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LLM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意圖判斷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BB40B-C2FB-4D5A-B582-5CC04C33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43225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2E46A-C258-42B7-92D6-25AEF0F1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19375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910EB-9327-47D1-AD1D-4D6F8C73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33675"/>
            <a:ext cx="1485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Policy /</a:t>
            </a:r>
          </a:p>
          <a:p xmlns:a="http://schemas.openxmlformats.org/drawingml/2006/main">
            <a:pPr algn="ctr">
              <a:def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Guardrails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1C2E7-6990-42C2-B065-967B5021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43225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B42C5-0EC2-484C-B951-40327281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19375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21FFD-F984-4882-A6A0-1D6C5223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33675"/>
            <a:ext cx="1485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Tools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TG / 後台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9CA90-D17C-4777-B702-C6603BB0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43225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C54A0-895A-4171-924A-4C5C5C18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09875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0BFDA-141D-4015-8B72-47D2CB36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24175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自然客服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回覆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782CF-6FFB-42A3-BE5C-EEE65A6E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LLM 不直接決定入帳、提款、流水、送案、結案；這些仍由可驗證資料和 deterministic code 控制。</a:t>
            </a:r>
          </a:p>
        </p:txBody>
      </p:sp>
    </p:spTree>
    <p:extLst>
      <p:ext uri="{BB962C8B-B14F-4D97-AF65-F5344CB8AC3E}">
        <p14:creationId xmlns:p14="http://schemas.microsoft.com/office/powerpoint/2010/main" val="15452962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3D9145-3E89-4989-9B8F-81D50DC0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80417-5CA2-4186-9CA8-E4E417F2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rPr>
              <a:t>FIRST ENGINEERING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FBA8D-DD38-42B1-BA5A-BB2F8BA5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工程團隊第一階段先穩住接手基礎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08559-0203-45E4-9289-12B7123E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21971-7919-434A-B4E1-3806DFAB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4A6E9-701F-4983-8F9F-64509A43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CCDB0-AD60-4C85-B736-DFAF3D0C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1F200-494F-4297-BB22-55704273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7642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AD3E9-3BE4-4EDA-A702-0ABE0C61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76425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確認正式 bot 實際跑哪一版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A2663-6162-4661-A279-9D2C0ACB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99A76-6559-408D-857C-FBAFBE8F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5A302-4DA5-4C2E-B61E-8F57D8CF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43175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確認 .env、LiveChat、Telegram、後台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9BBF2-3844-4689-9570-193A3DF0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8484E-D165-4DA3-8668-BE992954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F1DF4-A0C1-4ADB-9709-9BFEA71E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9925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整理 Git repo、部署與 rollback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6B0F4-2FF2-4EA9-9506-3359641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35D28-7EC2-4FAC-87D9-FA1224EE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766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4E2D2-90E3-43A7-8725-10534F3B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76675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跑測試與 group 23 真機閉環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251FC-C41D-4FCF-90CA-D4B7C2E2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23834-BF8E-4537-A4FF-9B1456E2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F50E66-1267-4DFF-AEF5-0DEA73D6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修正 batch 測試標準不一致</a:t>
            </a:r>
          </a:p>
        </p:txBody>
      </p:sp>
    </p:spTree>
    <p:extLst>
      <p:ext uri="{BB962C8B-B14F-4D97-AF65-F5344CB8AC3E}">
        <p14:creationId xmlns:p14="http://schemas.microsoft.com/office/powerpoint/2010/main" val="122778660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2670A-B39C-419C-B380-1E88FC72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E2C5C-AB3C-4D91-AAD2-EA585AAB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NEXT PRODUCT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14D6E-91F4-477C-902D-49468E7C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後續重點：從模板化跳離，越來越像真人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B6133-655F-42F4-B21D-1A2AA24F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97677-11D3-48D7-A5D2-A1A45F05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31F53-FF0B-460A-9DE0-0AB0DCB5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EC364-C750-43BD-ACB9-52719B6D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90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70CF5-9AD2-4EAD-A719-F61FD6FE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EFC73-F3C7-47A6-95D9-27B2056F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LLM 意圖判斷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3AC89-4BDB-4714-A040-BD6095A5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27908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理解客戶在說存款、提款、流水、補資料、抱怨、已解決或新問題。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0D45A-A5C3-496E-9AF0-C1DDD024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3190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A2AC6-4890-4CEB-8C1B-B24DFBBA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1212F-60AC-4279-B1C7-8B59EBF7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717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客服手冊 guardrails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30C1B-1073-4516-A5F8-1E92AE10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95550"/>
            <a:ext cx="27908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把手冊規則轉成 policy、可執行條件與測試，而不是只放在文件裡。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93F12-0869-49E5-AB72-C974529C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3190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B"/>
          </a:solidFill>
          <a:ln xmlns:a="http://schemas.openxmlformats.org/drawingml/2006/main" w="9525">
            <a:solidFill>
              <a:srgbClr val="2E3A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48551-6ABB-47E5-A42A-B0CC3AF4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B4B34-E93D-4E37-88D7-386F27DC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自然回覆 / 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CFD02-9CC7-4F00-BA48-639556E6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27908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6DA"/>
                </a:solidFill>
                <a:latin typeface="PingFang TC"/>
                <a:ea typeface="PingFang TC"/>
                <a:cs typeface="PingFang TC"/>
              </a:rPr>
              <a:t>用 SOP 與真人客服歷史對話輔助回覆，但不控制金流和案件事實。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5B16E-4028-4750-A1BC-FF11DBC9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975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不是寫更多死模板，而是建立「LLM + 規則 + 工具」的客服系統。</a:t>
            </a:r>
          </a:p>
        </p:txBody>
      </p:sp>
    </p:spTree>
    <p:extLst>
      <p:ext uri="{BB962C8B-B14F-4D97-AF65-F5344CB8AC3E}">
        <p14:creationId xmlns:p14="http://schemas.microsoft.com/office/powerpoint/2010/main" val="4863316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382A04-E987-4309-8EC3-D48C5F44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34674-7ED1-4257-97B1-C6EE7A89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66E55"/>
                </a:solidFill>
                <a:latin typeface="PingFang TC"/>
                <a:ea typeface="PingFang TC"/>
                <a:cs typeface="PingFang TC"/>
              </a:rPr>
              <a:t>SAFE MIGRATION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FE68D-228C-4679-8316-A4D3A385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不要一次推翻，分階段把模板換成智能能力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08CA2-FDB1-44D2-93B5-E041C1DE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6D1B7-CABD-4FE8-856F-5062309C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FEC4B-C72B-4290-BD57-59978A13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EA085-16A4-4A52-B5BA-F107D6E8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56375-2575-45FC-B3AE-EE76FFA9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F1B2E-70B0-4D64-B388-C30251B0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28900"/>
            <a:ext cx="1104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保留現有</a:t>
            </a:r>
          </a:p>
          <a:p xmlns:a="http://schemas.openxmlformats.org/drawingml/2006/main">
            <a:pPr algn="ctr">
              <a:defRPr sz="12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state machine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4D917-E23C-47C7-8BDE-C22685FF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52725"/>
            <a:ext cx="38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63793-E0F2-4756-8A88-4EB94C8A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3A69A-6DFB-4172-A74F-74B6B4C4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80C0D-C2B4-452B-8F71-8B0C0ECE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28900"/>
            <a:ext cx="1104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加入 LLM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intent classifier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C249B-D74F-49B3-AAA9-C728B72F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52725"/>
            <a:ext cx="38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B289D-716A-4A5E-8F8F-A5CF7E6A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003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B63DC-2013-4922-88D5-122692E2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098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C6902-F7B0-47F1-B2C8-FC744D09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28900"/>
            <a:ext cx="1104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保留 deterministic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action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E8AE4-5AD1-4AFA-B67D-1C8A8FC3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52725"/>
            <a:ext cx="38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A1DDC-0A58-4498-B47C-D236FA52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E2374-B90F-4AA3-B5A2-35B05B4C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098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78ADD-1435-4FF1-ADDD-35613CE4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1104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LLM 生成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自然回覆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F7968-52E0-4D69-BDD3-AF56F0E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52725"/>
            <a:ext cx="38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B680F-5AF8-488A-BFF2-90F50BE6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770E3-CAC0-4967-B972-12C6E181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098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3E524E-FA9C-4912-95AC-ECE328CD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28900"/>
            <a:ext cx="1104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RAG + replay eval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逐步減少模板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B66185-9194-4474-8C37-AEFB6943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61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1161A"/>
                </a:solidFill>
                <a:latin typeface="PingFang TC"/>
                <a:ea typeface="PingFang TC"/>
                <a:cs typeface="PingFang TC"/>
              </a:rPr>
              <a:t>這樣才能讓它更像真人，同時不失去金流與客服規則的安全邊界。</a:t>
            </a:r>
          </a:p>
        </p:txBody>
      </p:sp>
    </p:spTree>
    <p:extLst>
      <p:ext uri="{BB962C8B-B14F-4D97-AF65-F5344CB8AC3E}">
        <p14:creationId xmlns:p14="http://schemas.microsoft.com/office/powerpoint/2010/main" val="21073351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64FFBD-CFEF-49D3-A0EF-6B28F55C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8B573-D9ED-488B-9B96-44A70F03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FINAL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0F12E-23E6-4E15-99E3-41C1554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請接著把安全底座，做成受規則約束的智能客服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0B9FE-B6CF-4752-BD61-213723FB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1D07E-244E-41A9-B45D-0F57DA67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4ACB3-81B2-41A6-A623-9F34429D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AB3B9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2B4A3-9AD3-4D2D-9290-010653D2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A48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22A486"/>
                </a:solidFill>
                <a:latin typeface="PingFang TC"/>
                <a:ea typeface="PingFang TC"/>
                <a:cs typeface="PingFang TC"/>
              </a:rPr>
              <a:t>目前價值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3D94D-BC39-4B5F-8CEB-38E5EB47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• 流程已拆開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A1D4C-4EEE-4E52-88EF-68FC7187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• 高頻問題已接住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10790-59F3-4E5E-935E-88FE17F6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• 安全邊界已成形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FBE85-235D-4672-AAE4-78E75F44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• LiveChat / TG / 後台已串接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9DD47-E6CC-4A53-864A-67D14419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B84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2B84B"/>
                </a:solidFill>
                <a:latin typeface="PingFang TC"/>
                <a:ea typeface="PingFang TC"/>
                <a:cs typeface="PingFang TC"/>
              </a:rPr>
              <a:t>下一步價值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9D334-7F94-4285-B66C-F12519EF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• 理解自由文字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EB4DB-88F2-4E3F-A4D3-B537045E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• 減少模板感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3D0D7-882F-42BC-B6B7-29BCA1DF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• 遵守客服手冊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B8750-23F2-46BD-8764-CE6CBF73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719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• 像真人但不亂承諾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38FE0-3E35-4197-95AE-944B655D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2A"/>
          </a:solidFill>
          <a:ln xmlns:a="http://schemas.openxmlformats.org/drawingml/2006/main" w="9525">
            <a:solidFill>
              <a:srgbClr val="22A4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2788C-F4EB-4B9D-B642-65F97098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53050"/>
            <a:ext cx="880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LLM 負責理解和表達；規則、工具與客服手冊負責事實和安全。</a:t>
            </a:r>
          </a:p>
        </p:txBody>
      </p:sp>
    </p:spTree>
    <p:extLst>
      <p:ext uri="{BB962C8B-B14F-4D97-AF65-F5344CB8AC3E}">
        <p14:creationId xmlns:p14="http://schemas.microsoft.com/office/powerpoint/2010/main" val="1792104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2026-06-12T03:59:12.2970000Z</dcterms:created>
  <dcterms:modified xsi:type="dcterms:W3CDTF">2026-06-12T03:59:12.2970000Z</dcterms:modified>
</coreProperties>
</file>